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1"/>
  </p:sldMasterIdLst>
  <p:notesMasterIdLst>
    <p:notesMasterId r:id="rId5"/>
  </p:notesMasterIdLst>
  <p:handoutMasterIdLst>
    <p:handoutMasterId r:id="rId6"/>
  </p:handoutMasterIdLst>
  <p:sldIdLst>
    <p:sldId id="256" r:id="rId2"/>
    <p:sldId id="261" r:id="rId3"/>
    <p:sldId id="260" r:id="rId4"/>
  </p:sldIdLst>
  <p:sldSz cx="12192000" cy="6858000"/>
  <p:notesSz cx="6858000" cy="9144000"/>
  <p:defaultTextStyle>
    <a:defPPr rtl="0"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11" autoAdjust="0"/>
    <p:restoredTop sz="94648" autoAdjust="0"/>
  </p:normalViewPr>
  <p:slideViewPr>
    <p:cSldViewPr snapToGrid="0">
      <p:cViewPr varScale="1">
        <p:scale>
          <a:sx n="89" d="100"/>
          <a:sy n="89" d="100"/>
        </p:scale>
        <p:origin x="5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397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D9C16A6-8C48-4165-8DAF-8C957C12A8FA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2_2" csCatId="accent2" phldr="1"/>
      <dgm:spPr/>
    </dgm:pt>
    <dgm:pt modelId="{8994D886-A75F-411A-A9D7-D31991FF12BD}" type="pres">
      <dgm:prSet presAssocID="{7D9C16A6-8C48-4165-8DAF-8C957C12A8FA}" presName="root" presStyleCnt="0">
        <dgm:presLayoutVars>
          <dgm:dir/>
          <dgm:resizeHandles val="exact"/>
        </dgm:presLayoutVars>
      </dgm:prSet>
      <dgm:spPr/>
    </dgm:pt>
  </dgm:ptLst>
  <dgm:cxnLst>
    <dgm:cxn modelId="{5574CC64-4BF2-43BE-BABC-6DF1E58A4C74}" type="presOf" srcId="{7D9C16A6-8C48-4165-8DAF-8C957C12A8FA}" destId="{8994D886-A75F-411A-A9D7-D31991FF12BD}" srcOrd="0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o de lista de etiquetas"/>
  <dgm:desc val="Se usa para mostrar fragmentos no secuenciales o agrupados de información acompañados de elementos visuales relacionados. Funciona mejor con iconos o imágenes pequeñas con leyendas de texto breve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C62B80FE-187A-4085-BD71-F0873FF7BD68}" type="datetime1">
              <a:rPr lang="es-ES" smtClean="0"/>
              <a:t>27/05/2026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D90168E-626C-4E60-93C0-A00D2560946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6D59A2BD-4571-4110-BB3E-5D004DE434FA}" type="datetime1">
              <a:rPr lang="es-ES" noProof="0" smtClean="0"/>
              <a:t>27/05/2026</a:t>
            </a:fld>
            <a:endParaRPr lang="es-ES" noProof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6B3AB32-59DF-41F1-9618-EDFBF5049629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90047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319275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6714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s-ES" noProof="0"/>
              <a:t>Haga clic para editar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F409C0D2-15DE-4FAC-845B-C48979FFAEB9}" type="datetime1">
              <a:rPr lang="es-ES" noProof="0" smtClean="0"/>
              <a:t>27/05/2026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581192" y="2180496"/>
            <a:ext cx="11029615" cy="3678303"/>
          </a:xfrm>
        </p:spPr>
        <p:txBody>
          <a:bodyPr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7670FF6-52DC-429F-9C56-6A1BF295232E}" type="datetime1">
              <a:rPr lang="es-ES" noProof="0" smtClean="0"/>
              <a:t>27/05/2026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85E27922-51B6-4B96-9C28-2CD2060AE75A}" type="datetime1">
              <a:rPr lang="es-ES" noProof="0" smtClean="0"/>
              <a:t>27/05/2026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 hasCustomPrompt="1"/>
          </p:nvPr>
        </p:nvSpPr>
        <p:spPr>
          <a:xfrm>
            <a:off x="581193" y="2228003"/>
            <a:ext cx="5422390" cy="3633047"/>
          </a:xfrm>
        </p:spPr>
        <p:txBody>
          <a:bodyPr rtlCol="0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6188417" y="2228003"/>
            <a:ext cx="5422392" cy="3633047"/>
          </a:xfrm>
        </p:spPr>
        <p:txBody>
          <a:bodyPr rtlCol="0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3ECF5D1-1C98-40FD-9D65-EED7644802B9}" type="datetime1">
              <a:rPr lang="es-ES" noProof="0" smtClean="0"/>
              <a:t>27/05/2026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ítulo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887219" y="2250892"/>
            <a:ext cx="5087075" cy="536005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581194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6523735" y="2250892"/>
            <a:ext cx="5087073" cy="553373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 hasCustomPrompt="1"/>
          </p:nvPr>
        </p:nvSpPr>
        <p:spPr>
          <a:xfrm>
            <a:off x="6217709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556C746-EB55-4634-AD93-A9FF2473885C}" type="datetime1">
              <a:rPr lang="es-ES" noProof="0" smtClean="0"/>
              <a:t>27/05/2026</a:t>
            </a:fld>
            <a:endParaRPr lang="es-ES" noProof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9051F13-F75A-440F-BED7-E2004746A95F}" type="datetime1">
              <a:rPr lang="es-ES" noProof="0" smtClean="0"/>
              <a:t>27/05/2026</a:t>
            </a:fld>
            <a:endParaRPr lang="es-ES" noProof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7" name="Rectángulo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ítulo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D7A2E7D-666A-420B-9042-959E1D47E21D}" type="datetime1">
              <a:rPr lang="es-ES" noProof="0" smtClean="0"/>
              <a:t>27/05/2026</a:t>
            </a:fld>
            <a:endParaRPr lang="es-ES" noProof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rtlCol="0"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447816" y="601200"/>
            <a:ext cx="11292840" cy="4204800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5740823" y="5262296"/>
            <a:ext cx="5869987" cy="689515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0403F12F-0E67-4CAB-8DFD-26DCD4A99D59}" type="datetime1">
              <a:rPr lang="es-ES" noProof="0" smtClean="0"/>
              <a:t>27/05/2026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581192" y="5260127"/>
            <a:ext cx="11029617" cy="59867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709DA8C-1A59-4B91-B9EA-509377CD0E23}" type="datetime1">
              <a:rPr lang="es-ES" noProof="0" smtClean="0"/>
              <a:t>27/05/2026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ítulo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CF9F163-DD03-4353-882E-CE0F9A80F1C3}" type="datetime1">
              <a:rPr lang="es-ES" noProof="0" smtClean="0"/>
              <a:t>27/05/2026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774923" y="675726"/>
            <a:ext cx="7896279" cy="5183073"/>
          </a:xfrm>
        </p:spPr>
        <p:txBody>
          <a:bodyPr vert="eaVert" rtlCol="0" anchor="t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8D2FF54C-EA2F-453C-857C-5C9ADB86CB43}" type="datetime1">
              <a:rPr lang="es-ES" noProof="0" smtClean="0"/>
              <a:t>27/05/2026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A3DF7BF2-42BB-439B-88AA-F60334FF1291}" type="datetime1">
              <a:rPr lang="es-ES" noProof="0" smtClean="0"/>
              <a:t>27/05/2026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9" name="Rectángulo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ángulo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ángulo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9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ángulo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pic>
        <p:nvPicPr>
          <p:cNvPr id="7" name="Imagen 6" descr="Conexiones digitales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-29093"/>
            <a:ext cx="12191980" cy="6857990"/>
          </a:xfrm>
          <a:prstGeom prst="rect">
            <a:avLst/>
          </a:prstGeom>
        </p:spPr>
      </p:pic>
      <p:grpSp>
        <p:nvGrpSpPr>
          <p:cNvPr id="17" name="Grupo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2" name="Rectángulo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4500035"/>
            <a:ext cx="10993549" cy="895244"/>
          </a:xfrm>
        </p:spPr>
        <p:txBody>
          <a:bodyPr rtlCol="0">
            <a:noAutofit/>
          </a:bodyPr>
          <a:lstStyle/>
          <a:p>
            <a:pPr rtl="0"/>
            <a:r>
              <a:rPr lang="es-ES" sz="6000" dirty="0">
                <a:solidFill>
                  <a:schemeClr val="bg1"/>
                </a:solidFill>
              </a:rPr>
              <a:t>Parques en </a:t>
            </a:r>
            <a:r>
              <a:rPr lang="es-ES" sz="6000" dirty="0" err="1">
                <a:solidFill>
                  <a:schemeClr val="bg1"/>
                </a:solidFill>
              </a:rPr>
              <a:t>c#</a:t>
            </a:r>
            <a:endParaRPr lang="es-ES" sz="6000" dirty="0">
              <a:solidFill>
                <a:schemeClr val="bg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5467245"/>
            <a:ext cx="10993546" cy="665197"/>
          </a:xfrm>
        </p:spPr>
        <p:txBody>
          <a:bodyPr rtlCol="0">
            <a:normAutofit lnSpcReduction="10000"/>
          </a:bodyPr>
          <a:lstStyle/>
          <a:p>
            <a:pPr rtl="0"/>
            <a:r>
              <a:rPr lang="es-ES" dirty="0">
                <a:solidFill>
                  <a:srgbClr val="7CEBFF"/>
                </a:solidFill>
              </a:rPr>
              <a:t>Felipe Salazar</a:t>
            </a:r>
          </a:p>
          <a:p>
            <a:pPr rtl="0"/>
            <a:r>
              <a:rPr lang="es-ES" dirty="0" err="1">
                <a:solidFill>
                  <a:srgbClr val="7CEBFF"/>
                </a:solidFill>
              </a:rPr>
              <a:t>Sebastian</a:t>
            </a:r>
            <a:r>
              <a:rPr lang="es-ES" dirty="0">
                <a:solidFill>
                  <a:srgbClr val="7CEBFF"/>
                </a:solidFill>
              </a:rPr>
              <a:t> bedoya</a:t>
            </a: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ángulo 28">
            <a:extLst>
              <a:ext uri="{FF2B5EF4-FFF2-40B4-BE49-F238E27FC236}">
                <a16:creationId xmlns:a16="http://schemas.microsoft.com/office/drawing/2014/main" id="{BFDA9692-ECDC-4B59-86B2-8C90FDE1A0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6712"/>
            <a:ext cx="12192000" cy="63212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12C05506-42A1-49C0-9D87-081CCD9023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4" name="Marcador de contenido 3" descr="Gráfico de SmartArt, icono">
            <a:extLst>
              <a:ext uri="{FF2B5EF4-FFF2-40B4-BE49-F238E27FC236}">
                <a16:creationId xmlns:a16="http://schemas.microsoft.com/office/drawing/2014/main" id="{81E592E1-99DF-4294-A2E9-EF46299BD3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7394197"/>
              </p:ext>
            </p:extLst>
          </p:nvPr>
        </p:nvGraphicFramePr>
        <p:xfrm>
          <a:off x="642938" y="858445"/>
          <a:ext cx="10906125" cy="39612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Imagen 5">
            <a:extLst>
              <a:ext uri="{FF2B5EF4-FFF2-40B4-BE49-F238E27FC236}">
                <a16:creationId xmlns:a16="http://schemas.microsoft.com/office/drawing/2014/main" id="{374A5DE4-EFD3-4CB7-8921-DE33054B344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2753" y="1"/>
            <a:ext cx="12192000" cy="6857999"/>
          </a:xfrm>
          <a:prstGeom prst="rect">
            <a:avLst/>
          </a:prstGeom>
        </p:spPr>
      </p:pic>
      <p:sp>
        <p:nvSpPr>
          <p:cNvPr id="10" name="Título 1">
            <a:extLst>
              <a:ext uri="{FF2B5EF4-FFF2-40B4-BE49-F238E27FC236}">
                <a16:creationId xmlns:a16="http://schemas.microsoft.com/office/drawing/2014/main" id="{3D8414F6-E314-4E04-973A-EA0A7CC54C7D}"/>
              </a:ext>
            </a:extLst>
          </p:cNvPr>
          <p:cNvSpPr txBox="1">
            <a:spLocks/>
          </p:cNvSpPr>
          <p:nvPr/>
        </p:nvSpPr>
        <p:spPr>
          <a:xfrm>
            <a:off x="6998661" y="274968"/>
            <a:ext cx="11029616" cy="7188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ES" dirty="0">
                <a:solidFill>
                  <a:srgbClr val="FFFEFF"/>
                </a:solidFill>
              </a:rPr>
              <a:t>Descripción del juego</a:t>
            </a:r>
          </a:p>
        </p:txBody>
      </p:sp>
      <p:sp>
        <p:nvSpPr>
          <p:cNvPr id="9" name="Título 8">
            <a:extLst>
              <a:ext uri="{FF2B5EF4-FFF2-40B4-BE49-F238E27FC236}">
                <a16:creationId xmlns:a16="http://schemas.microsoft.com/office/drawing/2014/main" id="{F1FB8F9A-73BB-4A0E-A408-E3BD1904D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420" y="655273"/>
            <a:ext cx="4440312" cy="563017"/>
          </a:xfrm>
        </p:spPr>
        <p:txBody>
          <a:bodyPr/>
          <a:lstStyle/>
          <a:p>
            <a:r>
              <a:rPr lang="es-CO" dirty="0"/>
              <a:t>Diseño final del juego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895CA5A2-9FA5-4669-B54A-74C3D7E2E44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1469" y="1578135"/>
            <a:ext cx="4968214" cy="3881275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C4381376-DDEF-4810-8B7A-A0A7FAEE7FB1}"/>
              </a:ext>
            </a:extLst>
          </p:cNvPr>
          <p:cNvSpPr txBox="1"/>
          <p:nvPr/>
        </p:nvSpPr>
        <p:spPr>
          <a:xfrm>
            <a:off x="5611152" y="1036758"/>
            <a:ext cx="358802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solidFill>
                  <a:schemeClr val="bg1"/>
                </a:solidFill>
              </a:rPr>
              <a:t>Se le dieron ordenes a la terminal para crear  el diseño simple del juego.</a:t>
            </a:r>
          </a:p>
          <a:p>
            <a:r>
              <a:rPr lang="es-CO" dirty="0">
                <a:solidFill>
                  <a:schemeClr val="bg1"/>
                </a:solidFill>
              </a:rPr>
              <a:t>Empezando por cosas simples como el tamaño del espacio total del juego, el titulo, el botón de dado, el numero de casillas, la forma del tablero y los textos, todo desde la creación de instrucciones para la creación de estos mismos en el espacio del juego, después seguimos.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436CC24-0372-4A1B-BA4B-3BBCBABF7FFF}"/>
              </a:ext>
            </a:extLst>
          </p:cNvPr>
          <p:cNvSpPr txBox="1"/>
          <p:nvPr/>
        </p:nvSpPr>
        <p:spPr>
          <a:xfrm>
            <a:off x="8375936" y="4176079"/>
            <a:ext cx="358802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solidFill>
                  <a:schemeClr val="bg1"/>
                </a:solidFill>
              </a:rPr>
              <a:t>Después seguimos con las fichas las instrucciones en caso de que 2 fichas o mas cayeran en una misma casilla y como anunciar al ganador, que el jugador que ya lanzo el dado no se repita y que la ficha se mueva el numero de casillas que muestra el dado, guardando la posición y sumándola con el numero del dado</a:t>
            </a:r>
          </a:p>
        </p:txBody>
      </p:sp>
    </p:spTree>
    <p:extLst>
      <p:ext uri="{BB962C8B-B14F-4D97-AF65-F5344CB8AC3E}">
        <p14:creationId xmlns:p14="http://schemas.microsoft.com/office/powerpoint/2010/main" val="1703342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ángulo 9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0F87E73C-2B1A-4602-BFBE-CFE1E55D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6275" y="1419226"/>
            <a:ext cx="3081576" cy="1746762"/>
          </a:xfrm>
        </p:spPr>
        <p:txBody>
          <a:bodyPr rtlCol="0">
            <a:normAutofit/>
          </a:bodyPr>
          <a:lstStyle/>
          <a:p>
            <a:pPr rtl="0"/>
            <a:r>
              <a:rPr lang="es-ES" sz="5400" dirty="0">
                <a:solidFill>
                  <a:srgbClr val="FFFFFF"/>
                </a:solidFill>
              </a:rPr>
              <a:t>Gracias</a:t>
            </a:r>
          </a:p>
        </p:txBody>
      </p:sp>
      <p:pic>
        <p:nvPicPr>
          <p:cNvPr id="5" name="Imagen 4" descr="Números digitales">
            <a:extLst>
              <a:ext uri="{FF2B5EF4-FFF2-40B4-BE49-F238E27FC236}">
                <a16:creationId xmlns:a16="http://schemas.microsoft.com/office/drawing/2014/main" id="{A21EA617-6D48-425F-97A8-7FEC82C8F40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89" r="9642" b="1"/>
          <a:stretch/>
        </p:blipFill>
        <p:spPr>
          <a:xfrm>
            <a:off x="446534" y="723899"/>
            <a:ext cx="7498616" cy="567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do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1209669_TF56390039_Win32" id="{FCB14B3E-2B92-48B8-A334-05E7A8EE34E1}" vid="{B6EC9E21-8C82-4EB1-BBE7-A370F785D0C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{75EFB29E-1819-4E66-AA8B-66FF81D907BE}TF9cd6fad6-da1d-416b-8dc8-a086cd1045b10fc9cf83_win32-66f3597afc39</Template>
  <TotalTime>63</TotalTime>
  <Words>151</Words>
  <Application>Microsoft Office PowerPoint</Application>
  <PresentationFormat>Panorámica</PresentationFormat>
  <Paragraphs>12</Paragraphs>
  <Slides>3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Calibri</vt:lpstr>
      <vt:lpstr>Gill Sans MT</vt:lpstr>
      <vt:lpstr>Wingdings 2</vt:lpstr>
      <vt:lpstr>Personalizado</vt:lpstr>
      <vt:lpstr>Parques en c#</vt:lpstr>
      <vt:lpstr>Diseño final del juego</vt:lpstr>
      <vt:lpstr>Gracias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Parques en c#</dc:title>
  <dc:creator>Felipe Alejandro Salazar Botero</dc:creator>
  <cp:lastModifiedBy>Felipe Alejandro Salazar Botero</cp:lastModifiedBy>
  <cp:revision>6</cp:revision>
  <dcterms:created xsi:type="dcterms:W3CDTF">2026-05-27T17:34:22Z</dcterms:created>
  <dcterms:modified xsi:type="dcterms:W3CDTF">2026-05-27T18:38:44Z</dcterms:modified>
</cp:coreProperties>
</file>